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67" r:id="rId3"/>
    <p:sldId id="257" r:id="rId4"/>
    <p:sldId id="258" r:id="rId5"/>
    <p:sldId id="259" r:id="rId6"/>
    <p:sldId id="260" r:id="rId7"/>
    <p:sldId id="283" r:id="rId8"/>
    <p:sldId id="266" r:id="rId9"/>
    <p:sldId id="269" r:id="rId10"/>
    <p:sldId id="270" r:id="rId11"/>
    <p:sldId id="271" r:id="rId12"/>
    <p:sldId id="272" r:id="rId13"/>
    <p:sldId id="273" r:id="rId14"/>
    <p:sldId id="274" r:id="rId15"/>
    <p:sldId id="275" r:id="rId16"/>
    <p:sldId id="261" r:id="rId17"/>
    <p:sldId id="262" r:id="rId18"/>
    <p:sldId id="263" r:id="rId19"/>
    <p:sldId id="264" r:id="rId20"/>
    <p:sldId id="265" r:id="rId21"/>
    <p:sldId id="276" r:id="rId22"/>
    <p:sldId id="277" r:id="rId23"/>
    <p:sldId id="278" r:id="rId24"/>
    <p:sldId id="279" r:id="rId25"/>
    <p:sldId id="280" r:id="rId26"/>
    <p:sldId id="282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A111915-BE36-4E01-A7E5-04B1672EAD32}" styleName="Estilo Claro 2 - Ênfase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FABFCF23-3B69-468F-B69F-88F6DE6A72F2}" styleName="Estilo Médio 1 - Ênfase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427" autoAdjust="0"/>
    <p:restoredTop sz="94660"/>
  </p:normalViewPr>
  <p:slideViewPr>
    <p:cSldViewPr snapToGrid="0">
      <p:cViewPr varScale="1">
        <p:scale>
          <a:sx n="72" d="100"/>
          <a:sy n="7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7/25/2017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7/25/2017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7/25/2017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7/25/2017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7/25/2017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7/25/2017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7/25/2017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7/25/2017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 dirty="0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7/25/2017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pt-BR" dirty="0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7/25/2017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7/25/2017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7/25/2017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7/25/2017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7/25/2017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 de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pt-BR" dirty="0"/>
              <a:t>Clique no ícone para adicionar uma imagem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pt-BR" dirty="0"/>
              <a:t>Clique no ícone para adicionar uma imagem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pt-BR" dirty="0"/>
              <a:t>Clique no ícone para adicionar uma imagem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7/25/2017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7/25/2017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7/25/2017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7/25/2017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D32CC6-B41F-4D9C-861A-8EEAE0F3B80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Projeto de controle de estoque: Estoque+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430C0FB-E319-48CD-80CD-D02A98BE8E4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just"/>
            <a:r>
              <a:rPr lang="pt-BR" dirty="0"/>
              <a:t>Equipe: Show time</a:t>
            </a:r>
          </a:p>
          <a:p>
            <a:pPr algn="just"/>
            <a:r>
              <a:rPr lang="pt-BR" dirty="0"/>
              <a:t>Componentes: Allan cordeiro, Angelo ferro, Diego costa,</a:t>
            </a:r>
          </a:p>
          <a:p>
            <a:pPr algn="just"/>
            <a:r>
              <a:rPr lang="pt-BR" dirty="0"/>
              <a:t>João Paulo, João Pedro, Paulo Fábio, Victor deluca.</a:t>
            </a:r>
          </a:p>
        </p:txBody>
      </p:sp>
    </p:spTree>
    <p:extLst>
      <p:ext uri="{BB962C8B-B14F-4D97-AF65-F5344CB8AC3E}">
        <p14:creationId xmlns:p14="http://schemas.microsoft.com/office/powerpoint/2010/main" val="121241216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CD0D87-F67C-4439-9EB3-1B15BB0A87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Objetivos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7E6A783-3589-46E5-A744-E0D67B99C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sz="2800" dirty="0"/>
              <a:t>Apoio informatizado:</a:t>
            </a:r>
          </a:p>
          <a:p>
            <a:r>
              <a:rPr lang="pt-BR" dirty="0"/>
              <a:t>Ao controle de estoque;</a:t>
            </a:r>
          </a:p>
          <a:p>
            <a:r>
              <a:rPr lang="pt-BR" dirty="0"/>
              <a:t>Distribuição de produtos;</a:t>
            </a:r>
          </a:p>
          <a:p>
            <a:r>
              <a:rPr lang="pt-BR" dirty="0"/>
              <a:t>Controle do saldo da empresa.</a:t>
            </a:r>
          </a:p>
        </p:txBody>
      </p:sp>
    </p:spTree>
    <p:extLst>
      <p:ext uri="{BB962C8B-B14F-4D97-AF65-F5344CB8AC3E}">
        <p14:creationId xmlns:p14="http://schemas.microsoft.com/office/powerpoint/2010/main" val="70988604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C2EA46-9D74-40A0-8E36-5C73F0D1D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Metodologia ágil scrum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08AC8F0-2D3F-4B90-BC59-937BFB4C09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Product Owner:	Paulo Fábio</a:t>
            </a:r>
          </a:p>
          <a:p>
            <a:r>
              <a:rPr lang="pt-BR" dirty="0"/>
              <a:t>Scrum Master:	João Pedro</a:t>
            </a:r>
          </a:p>
          <a:p>
            <a:r>
              <a:rPr lang="pt-BR" dirty="0"/>
              <a:t>Time Scrum:		Allan Cordeiro, Angelo Ferro, Diego Costa,              	 			João Paulo e Victor Deluca.</a:t>
            </a:r>
          </a:p>
        </p:txBody>
      </p:sp>
    </p:spTree>
    <p:extLst>
      <p:ext uri="{BB962C8B-B14F-4D97-AF65-F5344CB8AC3E}">
        <p14:creationId xmlns:p14="http://schemas.microsoft.com/office/powerpoint/2010/main" val="128647597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4F3215-47EF-445E-B575-787A65421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Product backlog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D1CAEC9-C5CC-4EFA-95B9-1E0F5707D8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sz="2800" dirty="0"/>
              <a:t>PRIORIDADE MAIOR</a:t>
            </a:r>
          </a:p>
          <a:p>
            <a:r>
              <a:rPr lang="pt-BR" dirty="0"/>
              <a:t>Conexão com o banco de dados</a:t>
            </a:r>
          </a:p>
          <a:p>
            <a:r>
              <a:rPr lang="pt-BR" dirty="0"/>
              <a:t>Autenticação do vendedor e administrador</a:t>
            </a:r>
          </a:p>
          <a:p>
            <a:r>
              <a:rPr lang="pt-BR" dirty="0"/>
              <a:t>Cadastro de produtos no banco de dados</a:t>
            </a:r>
          </a:p>
          <a:p>
            <a:r>
              <a:rPr lang="pt-BR" dirty="0"/>
              <a:t>Manipulação dos produtos armazenados</a:t>
            </a:r>
          </a:p>
          <a:p>
            <a:r>
              <a:rPr lang="pt-BR" dirty="0"/>
              <a:t>Sistema de venda funcional</a:t>
            </a:r>
          </a:p>
          <a:p>
            <a:r>
              <a:rPr lang="pt-BR" dirty="0"/>
              <a:t>Atualização do estoque em tempo real</a:t>
            </a:r>
          </a:p>
        </p:txBody>
      </p:sp>
    </p:spTree>
    <p:extLst>
      <p:ext uri="{BB962C8B-B14F-4D97-AF65-F5344CB8AC3E}">
        <p14:creationId xmlns:p14="http://schemas.microsoft.com/office/powerpoint/2010/main" val="38621399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3DF883-1096-454B-A1AE-EACA77BA0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Product backlog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AD1350F-0B37-4646-9520-5B68E7BC67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pt-BR" sz="2800" dirty="0"/>
              <a:t>PRIORIDADE INTERMEDIÁRIA</a:t>
            </a:r>
          </a:p>
          <a:p>
            <a:r>
              <a:rPr lang="pt-BR" dirty="0"/>
              <a:t>Aviso de quantidade excedida na venda</a:t>
            </a:r>
          </a:p>
          <a:p>
            <a:r>
              <a:rPr lang="pt-BR" dirty="0"/>
              <a:t>Interface gráfica</a:t>
            </a:r>
          </a:p>
          <a:p>
            <a:r>
              <a:rPr lang="pt-BR" dirty="0"/>
              <a:t>Controle de acesso dos vendedores</a:t>
            </a:r>
          </a:p>
          <a:p>
            <a:r>
              <a:rPr lang="pt-BR" dirty="0"/>
              <a:t>Cadastro de fornecedores e vendedores</a:t>
            </a:r>
          </a:p>
          <a:p>
            <a:r>
              <a:rPr lang="pt-BR" dirty="0"/>
              <a:t>Controle de saldo</a:t>
            </a:r>
          </a:p>
        </p:txBody>
      </p:sp>
    </p:spTree>
    <p:extLst>
      <p:ext uri="{BB962C8B-B14F-4D97-AF65-F5344CB8AC3E}">
        <p14:creationId xmlns:p14="http://schemas.microsoft.com/office/powerpoint/2010/main" val="3441076814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69F85D2-EB9C-4118-B0B4-33B008575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Product backlog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052B641-5B52-43BC-B62C-CEB781CA28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sz="2800" dirty="0"/>
              <a:t>PRIORIDADE MENOR</a:t>
            </a:r>
          </a:p>
          <a:p>
            <a:r>
              <a:rPr lang="pt-BR" dirty="0"/>
              <a:t>Aviso de estoque baixo</a:t>
            </a:r>
          </a:p>
          <a:p>
            <a:r>
              <a:rPr lang="pt-BR" dirty="0"/>
              <a:t>Melhoria no layout do programa</a:t>
            </a:r>
          </a:p>
          <a:p>
            <a:r>
              <a:rPr lang="pt-BR" dirty="0"/>
              <a:t>Disponibilizar contato dos desenvolvedores</a:t>
            </a:r>
          </a:p>
        </p:txBody>
      </p:sp>
    </p:spTree>
    <p:extLst>
      <p:ext uri="{BB962C8B-B14F-4D97-AF65-F5344CB8AC3E}">
        <p14:creationId xmlns:p14="http://schemas.microsoft.com/office/powerpoint/2010/main" val="304822719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596289E-6656-43DA-8755-9E6240793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Sprint</a:t>
            </a:r>
          </a:p>
        </p:txBody>
      </p:sp>
      <p:graphicFrame>
        <p:nvGraphicFramePr>
          <p:cNvPr id="4" name="Espaço Reservado para Conteúdo 3">
            <a:extLst>
              <a:ext uri="{FF2B5EF4-FFF2-40B4-BE49-F238E27FC236}">
                <a16:creationId xmlns:a16="http://schemas.microsoft.com/office/drawing/2014/main" id="{7C8EDC92-D67C-4E2F-82AA-00649499674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725090"/>
              </p:ext>
            </p:extLst>
          </p:nvPr>
        </p:nvGraphicFramePr>
        <p:xfrm>
          <a:off x="1141413" y="2249488"/>
          <a:ext cx="990600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53000">
                  <a:extLst>
                    <a:ext uri="{9D8B030D-6E8A-4147-A177-3AD203B41FA5}">
                      <a16:colId xmlns:a16="http://schemas.microsoft.com/office/drawing/2014/main" val="3571740030"/>
                    </a:ext>
                  </a:extLst>
                </a:gridCol>
                <a:gridCol w="4953000">
                  <a:extLst>
                    <a:ext uri="{9D8B030D-6E8A-4147-A177-3AD203B41FA5}">
                      <a16:colId xmlns:a16="http://schemas.microsoft.com/office/drawing/2014/main" val="5865180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Sprints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Afazeres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55191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Sprint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Levantamento de requisitos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70544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Sprint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Desenvolvimento dos diagramas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46890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Sprint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Validação dos requisitos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31127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Sprint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Prototipação do software e correção de diagramas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15673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Sprint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Especificação dos Requisitos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3634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Sprint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Implementação do software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38552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Sprint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Revisão da Especificação dos Requisitos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5862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Sprint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Correção de bugs do software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02199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3754864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2773BA8-A7B6-466F-B4D3-7409F0590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diagrama de Contexto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13D5C64D-8ECE-482F-86C3-AFBEFBADADA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90095" y="2249488"/>
            <a:ext cx="6808636" cy="3541712"/>
          </a:xfrm>
        </p:spPr>
      </p:pic>
    </p:spTree>
    <p:extLst>
      <p:ext uri="{BB962C8B-B14F-4D97-AF65-F5344CB8AC3E}">
        <p14:creationId xmlns:p14="http://schemas.microsoft.com/office/powerpoint/2010/main" val="531227591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E31F25-FEA1-4B3E-B92F-BF0744F4B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Diagrama de fluxo de dados (DFD) – nv0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0630C9C7-D625-448C-9C89-510AF3647A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07427" y="2249488"/>
            <a:ext cx="6573971" cy="3541712"/>
          </a:xfrm>
        </p:spPr>
      </p:pic>
    </p:spTree>
    <p:extLst>
      <p:ext uri="{BB962C8B-B14F-4D97-AF65-F5344CB8AC3E}">
        <p14:creationId xmlns:p14="http://schemas.microsoft.com/office/powerpoint/2010/main" val="3672795962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C4A8C5-7910-4493-B08D-352B75EACB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Dfd – nv1 p2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19D28FBE-22CB-4251-BCB7-52780490EE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49614" y="2249488"/>
            <a:ext cx="6889598" cy="3541712"/>
          </a:xfrm>
        </p:spPr>
      </p:pic>
    </p:spTree>
    <p:extLst>
      <p:ext uri="{BB962C8B-B14F-4D97-AF65-F5344CB8AC3E}">
        <p14:creationId xmlns:p14="http://schemas.microsoft.com/office/powerpoint/2010/main" val="3312437207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509EB7-8D54-4C91-BE47-E19C91AEB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Dfd – nv1 p3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C486F031-0B42-418F-A5DC-29D4367FBB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34698" y="2249488"/>
            <a:ext cx="6719430" cy="3541712"/>
          </a:xfrm>
        </p:spPr>
      </p:pic>
    </p:spTree>
    <p:extLst>
      <p:ext uri="{BB962C8B-B14F-4D97-AF65-F5344CB8AC3E}">
        <p14:creationId xmlns:p14="http://schemas.microsoft.com/office/powerpoint/2010/main" val="3877680110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E77955-FBAA-4556-91A1-083D4DAEC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Diagrama de estados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3EEF1239-4328-4064-BF60-9706C5E1F7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41413" y="2288807"/>
            <a:ext cx="9906000" cy="3463073"/>
          </a:xfrm>
        </p:spPr>
      </p:pic>
    </p:spTree>
    <p:extLst>
      <p:ext uri="{BB962C8B-B14F-4D97-AF65-F5344CB8AC3E}">
        <p14:creationId xmlns:p14="http://schemas.microsoft.com/office/powerpoint/2010/main" val="281791451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B4AA1C-4114-4716-B964-8FBD2BE871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Diagrama de estados – nv2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8346ED88-7A6D-46B2-81A1-AC1D71C20BB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09655" y="2097088"/>
            <a:ext cx="6369514" cy="4381742"/>
          </a:xfrm>
        </p:spPr>
      </p:pic>
    </p:spTree>
    <p:extLst>
      <p:ext uri="{BB962C8B-B14F-4D97-AF65-F5344CB8AC3E}">
        <p14:creationId xmlns:p14="http://schemas.microsoft.com/office/powerpoint/2010/main" val="473261120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6F8E53-1CDD-4035-95A6-0C80E7D8B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Diagrama de estados – nv2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4D7224F2-E539-4407-BA3A-B12B6D40FC7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33577" y="2097088"/>
            <a:ext cx="7321670" cy="3868706"/>
          </a:xfrm>
        </p:spPr>
      </p:pic>
    </p:spTree>
    <p:extLst>
      <p:ext uri="{BB962C8B-B14F-4D97-AF65-F5344CB8AC3E}">
        <p14:creationId xmlns:p14="http://schemas.microsoft.com/office/powerpoint/2010/main" val="2296378434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3AC2314-B71F-4A49-B4B7-CD4F916F2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Diagrama de entidade relacionamento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831990C1-FB33-4126-ADED-33EF3E8EA9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47720" y="2097088"/>
            <a:ext cx="6493383" cy="4480050"/>
          </a:xfrm>
        </p:spPr>
      </p:pic>
    </p:spTree>
    <p:extLst>
      <p:ext uri="{BB962C8B-B14F-4D97-AF65-F5344CB8AC3E}">
        <p14:creationId xmlns:p14="http://schemas.microsoft.com/office/powerpoint/2010/main" val="47972779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42525D-A3BC-4274-A9E6-A7D68E437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Caso de uso – Visão geral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2F01D609-6A47-48DF-A319-42514BB03D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926815" y="2097088"/>
            <a:ext cx="4335193" cy="4320000"/>
          </a:xfrm>
        </p:spPr>
      </p:pic>
    </p:spTree>
    <p:extLst>
      <p:ext uri="{BB962C8B-B14F-4D97-AF65-F5344CB8AC3E}">
        <p14:creationId xmlns:p14="http://schemas.microsoft.com/office/powerpoint/2010/main" val="3778953607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42525D-A3BC-4274-A9E6-A7D68E437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Caso de uso – Compra de produto</a:t>
            </a:r>
          </a:p>
        </p:txBody>
      </p:sp>
      <p:pic>
        <p:nvPicPr>
          <p:cNvPr id="7" name="Espaço Reservado para Conteúdo 6">
            <a:extLst>
              <a:ext uri="{FF2B5EF4-FFF2-40B4-BE49-F238E27FC236}">
                <a16:creationId xmlns:a16="http://schemas.microsoft.com/office/drawing/2014/main" id="{6DA6279B-F440-4429-B7B4-0C2C80398E6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41413" y="2097088"/>
            <a:ext cx="4133563" cy="3541712"/>
          </a:xfr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77701227-478D-4881-8852-3201A7ED08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4976" y="2097088"/>
            <a:ext cx="5772434" cy="3541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325934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84B3A07-F29B-4884-8829-084D5D1FD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Caso de uso – venda de produto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E7866AFD-E368-4325-BC8A-C60AE167773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41413" y="2097088"/>
            <a:ext cx="4328759" cy="3541712"/>
          </a:xfr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9F9467AD-D87E-4784-98C4-AB0D5D0A90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0171" y="2097088"/>
            <a:ext cx="5577239" cy="3541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60117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7B40F63-5007-47C8-8D27-F9E9FE3B6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Caso de uso – Cadastro de vendedor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485A4729-51BB-4351-BCD5-058760833DC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41413" y="2097088"/>
            <a:ext cx="4133563" cy="3541712"/>
          </a:xfr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C79F375B-9D44-4D72-BC91-2708CCD4C3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4976" y="2097089"/>
            <a:ext cx="5772435" cy="3541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3441419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33535B-B75B-4BC5-B017-2E6D03E40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Caso de uso – cadastro de fornecedor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CFAF43B9-946F-4D57-8EAC-60000010D7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41413" y="2097088"/>
            <a:ext cx="3690640" cy="3541712"/>
          </a:xfr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413E7296-2231-4529-8A84-481BDC7CFC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2053" y="2097088"/>
            <a:ext cx="6215359" cy="3541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0575964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5717DC-19AB-4D1C-8CD6-D7CFBF390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Diagramas de atividade:</a:t>
            </a:r>
            <a:br>
              <a:rPr lang="pt-BR" dirty="0"/>
            </a:br>
            <a:r>
              <a:rPr lang="pt-BR" dirty="0"/>
              <a:t>login vendedor</a:t>
            </a:r>
          </a:p>
        </p:txBody>
      </p:sp>
      <p:pic>
        <p:nvPicPr>
          <p:cNvPr id="14" name="Espaço Reservado para Conteúdo 13">
            <a:extLst>
              <a:ext uri="{FF2B5EF4-FFF2-40B4-BE49-F238E27FC236}">
                <a16:creationId xmlns:a16="http://schemas.microsoft.com/office/drawing/2014/main" id="{B59EE00D-446E-4B21-BCD6-CA06CD2E47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184112" y="618517"/>
            <a:ext cx="3863300" cy="5871059"/>
          </a:xfrm>
        </p:spPr>
      </p:pic>
    </p:spTree>
    <p:extLst>
      <p:ext uri="{BB962C8B-B14F-4D97-AF65-F5344CB8AC3E}">
        <p14:creationId xmlns:p14="http://schemas.microsoft.com/office/powerpoint/2010/main" val="247829116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5717DC-19AB-4D1C-8CD6-D7CFBF390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Diagramas de atividade:</a:t>
            </a:r>
            <a:br>
              <a:rPr lang="pt-BR" dirty="0"/>
            </a:br>
            <a:r>
              <a:rPr lang="pt-BR" dirty="0"/>
              <a:t>compra de produto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EFA0F4AB-F96C-4473-8FA6-5F1247BE08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7041" y="618519"/>
            <a:ext cx="3430370" cy="5805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8974681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5717DC-19AB-4D1C-8CD6-D7CFBF390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Diagramas de atividade:</a:t>
            </a:r>
            <a:br>
              <a:rPr lang="pt-BR" dirty="0"/>
            </a:br>
            <a:r>
              <a:rPr lang="pt-BR" dirty="0"/>
              <a:t>venda de produto</a:t>
            </a: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AB4C5ECC-DA5C-4456-B9C9-B06C79E312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54066" y="618517"/>
            <a:ext cx="4593345" cy="5859735"/>
          </a:xfrm>
        </p:spPr>
      </p:pic>
    </p:spTree>
    <p:extLst>
      <p:ext uri="{BB962C8B-B14F-4D97-AF65-F5344CB8AC3E}">
        <p14:creationId xmlns:p14="http://schemas.microsoft.com/office/powerpoint/2010/main" val="1334838001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5717DC-19AB-4D1C-8CD6-D7CFBF390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Diagramas de atividade:</a:t>
            </a:r>
            <a:br>
              <a:rPr lang="pt-BR" dirty="0"/>
            </a:br>
            <a:r>
              <a:rPr lang="pt-BR" dirty="0"/>
              <a:t>cadastro de vendedor</a:t>
            </a: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BCE5CC25-2590-4247-8DC1-534A618C05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891404" y="618517"/>
            <a:ext cx="4156007" cy="6066367"/>
          </a:xfrm>
        </p:spPr>
      </p:pic>
    </p:spTree>
    <p:extLst>
      <p:ext uri="{BB962C8B-B14F-4D97-AF65-F5344CB8AC3E}">
        <p14:creationId xmlns:p14="http://schemas.microsoft.com/office/powerpoint/2010/main" val="737047342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5717DC-19AB-4D1C-8CD6-D7CFBF390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Diagramas de atividade:</a:t>
            </a:r>
            <a:br>
              <a:rPr lang="pt-BR" dirty="0"/>
            </a:br>
            <a:r>
              <a:rPr lang="pt-BR" dirty="0"/>
              <a:t>cadastro de fornecedor</a:t>
            </a: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52D9E454-1C22-44E8-BDAB-D69AFC33A0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740163" y="994299"/>
            <a:ext cx="4307248" cy="4953739"/>
          </a:xfrm>
        </p:spPr>
      </p:pic>
    </p:spTree>
    <p:extLst>
      <p:ext uri="{BB962C8B-B14F-4D97-AF65-F5344CB8AC3E}">
        <p14:creationId xmlns:p14="http://schemas.microsoft.com/office/powerpoint/2010/main" val="716076512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85401C8-9BA7-4733-9755-44391553B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t-BR" dirty="0"/>
              <a:t>software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E055B5B-2012-42A1-A7CD-13E56D87DD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092897507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o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TM04033919[[fn=Circuito]]</Template>
  <TotalTime>329</TotalTime>
  <Words>282</Words>
  <Application>Microsoft Office PowerPoint</Application>
  <PresentationFormat>Widescreen</PresentationFormat>
  <Paragraphs>71</Paragraphs>
  <Slides>26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26</vt:i4>
      </vt:variant>
    </vt:vector>
  </HeadingPairs>
  <TitlesOfParts>
    <vt:vector size="30" baseType="lpstr">
      <vt:lpstr>Arial</vt:lpstr>
      <vt:lpstr>Trebuchet MS</vt:lpstr>
      <vt:lpstr>Tw Cen MT</vt:lpstr>
      <vt:lpstr>Circuito</vt:lpstr>
      <vt:lpstr>Projeto de controle de estoque: Estoque+</vt:lpstr>
      <vt:lpstr>Objetivos</vt:lpstr>
      <vt:lpstr>Metodologia ágil scrum</vt:lpstr>
      <vt:lpstr>Product backlog</vt:lpstr>
      <vt:lpstr>Product backlog</vt:lpstr>
      <vt:lpstr>Product backlog</vt:lpstr>
      <vt:lpstr>Sprint</vt:lpstr>
      <vt:lpstr>diagrama de Contexto</vt:lpstr>
      <vt:lpstr>Diagrama de fluxo de dados (DFD) – nv0</vt:lpstr>
      <vt:lpstr>Dfd – nv1 p2</vt:lpstr>
      <vt:lpstr>Dfd – nv1 p3</vt:lpstr>
      <vt:lpstr>Diagrama de estados</vt:lpstr>
      <vt:lpstr>Diagrama de estados – nv2</vt:lpstr>
      <vt:lpstr>Diagrama de estados – nv2</vt:lpstr>
      <vt:lpstr>Diagrama de entidade relacionamento</vt:lpstr>
      <vt:lpstr>Caso de uso – Visão geral</vt:lpstr>
      <vt:lpstr>Caso de uso – Compra de produto</vt:lpstr>
      <vt:lpstr>Caso de uso – venda de produto</vt:lpstr>
      <vt:lpstr>Caso de uso – Cadastro de vendedor</vt:lpstr>
      <vt:lpstr>Caso de uso – cadastro de fornecedor</vt:lpstr>
      <vt:lpstr>Diagramas de atividade: login vendedor</vt:lpstr>
      <vt:lpstr>Diagramas de atividade: compra de produto</vt:lpstr>
      <vt:lpstr>Diagramas de atividade: venda de produto</vt:lpstr>
      <vt:lpstr>Diagramas de atividade: cadastro de vendedor</vt:lpstr>
      <vt:lpstr>Diagramas de atividade: cadastro de fornecedor</vt:lpstr>
      <vt:lpstr>software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Projeto de controle de estoque: Estoque+</dc:title>
  <dc:creator>Joao Pedro Oliveira Silva</dc:creator>
  <cp:lastModifiedBy>Diego santos</cp:lastModifiedBy>
  <cp:revision>26</cp:revision>
  <dcterms:created xsi:type="dcterms:W3CDTF">2017-07-24T20:27:51Z</dcterms:created>
  <dcterms:modified xsi:type="dcterms:W3CDTF">2017-07-25T20:40:06Z</dcterms:modified>
</cp:coreProperties>
</file>
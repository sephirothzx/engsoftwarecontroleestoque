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7" r:id="rId3"/>
    <p:sldId id="257" r:id="rId4"/>
    <p:sldId id="258" r:id="rId5"/>
    <p:sldId id="259" r:id="rId6"/>
    <p:sldId id="260" r:id="rId7"/>
    <p:sldId id="266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61" r:id="rId16"/>
    <p:sldId id="262" r:id="rId17"/>
    <p:sldId id="263" r:id="rId18"/>
    <p:sldId id="264" r:id="rId19"/>
    <p:sldId id="265" r:id="rId20"/>
    <p:sldId id="276" r:id="rId21"/>
    <p:sldId id="277" r:id="rId22"/>
    <p:sldId id="278" r:id="rId23"/>
    <p:sldId id="279" r:id="rId24"/>
    <p:sldId id="280" r:id="rId25"/>
    <p:sldId id="282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Estilo Claro 2 - Ênfase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Estilo Médio 1 - Ênfas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427" autoAdjust="0"/>
    <p:restoredTop sz="94660"/>
  </p:normalViewPr>
  <p:slideViewPr>
    <p:cSldViewPr snapToGrid="0">
      <p:cViewPr varScale="1">
        <p:scale>
          <a:sx n="86" d="100"/>
          <a:sy n="86" d="100"/>
        </p:scale>
        <p:origin x="6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7/25/2017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7/25/2017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7/25/2017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7/25/2017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7/25/2017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7/25/2017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7/25/2017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7/25/2017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7/25/2017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7/25/2017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7/25/2017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7/25/2017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7/25/2017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7/25/2017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D32CC6-B41F-4D9C-861A-8EEAE0F3B8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Projeto de controle de estoque: Estoque+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430C0FB-E319-48CD-80CD-D02A98BE8E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/>
              <a:t>Equipe: Show time</a:t>
            </a:r>
          </a:p>
          <a:p>
            <a:pPr algn="just"/>
            <a:r>
              <a:rPr lang="pt-BR" dirty="0"/>
              <a:t>Componentes: Allan cordeiro, Angelo ferro, Diego costa,</a:t>
            </a:r>
          </a:p>
          <a:p>
            <a:pPr algn="just"/>
            <a:r>
              <a:rPr lang="pt-BR" dirty="0"/>
              <a:t>João Paulo, João Pedro, Paulo Fábio, Victor deluca.</a:t>
            </a:r>
          </a:p>
        </p:txBody>
      </p:sp>
    </p:spTree>
    <p:extLst>
      <p:ext uri="{BB962C8B-B14F-4D97-AF65-F5344CB8AC3E}">
        <p14:creationId xmlns:p14="http://schemas.microsoft.com/office/powerpoint/2010/main" val="121241216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CD0D87-F67C-4439-9EB3-1B15BB0A8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7E6A783-3589-46E5-A744-E0D67B99CF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2800" dirty="0"/>
              <a:t>Apoio informatizado:</a:t>
            </a:r>
          </a:p>
          <a:p>
            <a:r>
              <a:rPr lang="pt-BR" dirty="0"/>
              <a:t>Ao controle de estoque;</a:t>
            </a:r>
          </a:p>
          <a:p>
            <a:r>
              <a:rPr lang="pt-BR" dirty="0"/>
              <a:t>Distribuição de produtos;</a:t>
            </a:r>
          </a:p>
          <a:p>
            <a:r>
              <a:rPr lang="pt-BR" dirty="0"/>
              <a:t>Controle do saldo da empresa.</a:t>
            </a:r>
          </a:p>
        </p:txBody>
      </p:sp>
    </p:spTree>
    <p:extLst>
      <p:ext uri="{BB962C8B-B14F-4D97-AF65-F5344CB8AC3E}">
        <p14:creationId xmlns:p14="http://schemas.microsoft.com/office/powerpoint/2010/main" val="70988604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C2EA46-9D74-40A0-8E36-5C73F0D1D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Metodologia ágil scrum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8AC8F0-2D3F-4B90-BC59-937BFB4C09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Product Owner:	Paulo Fábio</a:t>
            </a:r>
          </a:p>
          <a:p>
            <a:r>
              <a:rPr lang="pt-BR" dirty="0"/>
              <a:t>Scrum Master:	João Pedro</a:t>
            </a:r>
          </a:p>
          <a:p>
            <a:r>
              <a:rPr lang="pt-BR" dirty="0"/>
              <a:t>Time Scrum:		Allan Cordeiro, Angelo Ferro, Diego Costa,              	 			João Paulo e Victor Deluca.</a:t>
            </a:r>
          </a:p>
        </p:txBody>
      </p:sp>
    </p:spTree>
    <p:extLst>
      <p:ext uri="{BB962C8B-B14F-4D97-AF65-F5344CB8AC3E}">
        <p14:creationId xmlns:p14="http://schemas.microsoft.com/office/powerpoint/2010/main" val="12864759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4F3215-47EF-445E-B575-787A65421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Product backlog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D1CAEC9-C5CC-4EFA-95B9-1E0F5707D8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sz="2800" dirty="0"/>
              <a:t>PRIORIDADE MAIOR</a:t>
            </a:r>
          </a:p>
          <a:p>
            <a:r>
              <a:rPr lang="pt-BR" dirty="0"/>
              <a:t>Conexão com o banco de dados</a:t>
            </a:r>
          </a:p>
          <a:p>
            <a:r>
              <a:rPr lang="pt-BR" dirty="0"/>
              <a:t>Autenticação do vendedor e administrador</a:t>
            </a:r>
          </a:p>
          <a:p>
            <a:r>
              <a:rPr lang="pt-BR" dirty="0"/>
              <a:t>Cadastro de produtos no banco de dados</a:t>
            </a:r>
          </a:p>
          <a:p>
            <a:r>
              <a:rPr lang="pt-BR" dirty="0"/>
              <a:t>Manipulação dos produtos armazenados</a:t>
            </a:r>
          </a:p>
          <a:p>
            <a:r>
              <a:rPr lang="pt-BR" dirty="0"/>
              <a:t>Sistema de venda funcional</a:t>
            </a:r>
          </a:p>
          <a:p>
            <a:r>
              <a:rPr lang="pt-BR" dirty="0"/>
              <a:t>Atualização do estoque em tempo real</a:t>
            </a:r>
          </a:p>
        </p:txBody>
      </p:sp>
    </p:spTree>
    <p:extLst>
      <p:ext uri="{BB962C8B-B14F-4D97-AF65-F5344CB8AC3E}">
        <p14:creationId xmlns:p14="http://schemas.microsoft.com/office/powerpoint/2010/main" val="38621399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3DF883-1096-454B-A1AE-EACA77BA0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Product backlog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D1350F-0B37-4646-9520-5B68E7BC6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2800" dirty="0"/>
              <a:t>PRIORIDADE INTERMEDIÁRIA</a:t>
            </a:r>
          </a:p>
          <a:p>
            <a:r>
              <a:rPr lang="pt-BR" dirty="0"/>
              <a:t>Aviso de quantidade excedida na venda</a:t>
            </a:r>
          </a:p>
          <a:p>
            <a:r>
              <a:rPr lang="pt-BR" dirty="0"/>
              <a:t>Interface gráfica</a:t>
            </a:r>
          </a:p>
          <a:p>
            <a:r>
              <a:rPr lang="pt-BR" dirty="0"/>
              <a:t>Controle de acesso dos vendedores</a:t>
            </a:r>
          </a:p>
          <a:p>
            <a:r>
              <a:rPr lang="pt-BR" dirty="0"/>
              <a:t>Cadastro de fornecedores e vendedores</a:t>
            </a:r>
          </a:p>
          <a:p>
            <a:r>
              <a:rPr lang="pt-BR" dirty="0"/>
              <a:t>Controle de saldo</a:t>
            </a:r>
          </a:p>
        </p:txBody>
      </p:sp>
    </p:spTree>
    <p:extLst>
      <p:ext uri="{BB962C8B-B14F-4D97-AF65-F5344CB8AC3E}">
        <p14:creationId xmlns:p14="http://schemas.microsoft.com/office/powerpoint/2010/main" val="344107681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9F85D2-EB9C-4118-B0B4-33B008575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Product backlog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052B641-5B52-43BC-B62C-CEB781CA2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2800" dirty="0"/>
              <a:t>PRIORIDADE MENOR</a:t>
            </a:r>
          </a:p>
          <a:p>
            <a:r>
              <a:rPr lang="pt-BR" dirty="0"/>
              <a:t>Aviso de estoque baixo</a:t>
            </a:r>
          </a:p>
          <a:p>
            <a:r>
              <a:rPr lang="pt-BR" dirty="0"/>
              <a:t>Melhoria no layout do programa</a:t>
            </a:r>
          </a:p>
          <a:p>
            <a:r>
              <a:rPr lang="pt-BR" dirty="0"/>
              <a:t>Disponibilizar contato dos desenvolvedores</a:t>
            </a:r>
          </a:p>
        </p:txBody>
      </p:sp>
    </p:spTree>
    <p:extLst>
      <p:ext uri="{BB962C8B-B14F-4D97-AF65-F5344CB8AC3E}">
        <p14:creationId xmlns:p14="http://schemas.microsoft.com/office/powerpoint/2010/main" val="304822719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773BA8-A7B6-466F-B4D3-7409F0590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diagrama de Contexto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13D5C64D-8ECE-482F-86C3-AFBEFBADAD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90095" y="2249488"/>
            <a:ext cx="6808636" cy="3541712"/>
          </a:xfrm>
        </p:spPr>
      </p:pic>
    </p:spTree>
    <p:extLst>
      <p:ext uri="{BB962C8B-B14F-4D97-AF65-F5344CB8AC3E}">
        <p14:creationId xmlns:p14="http://schemas.microsoft.com/office/powerpoint/2010/main" val="53122759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E31F25-FEA1-4B3E-B92F-BF0744F4B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Diagrama de fluxo de dados (DFD) – nv0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0630C9C7-D625-448C-9C89-510AF3647A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7427" y="2249488"/>
            <a:ext cx="6573971" cy="3541712"/>
          </a:xfrm>
        </p:spPr>
      </p:pic>
    </p:spTree>
    <p:extLst>
      <p:ext uri="{BB962C8B-B14F-4D97-AF65-F5344CB8AC3E}">
        <p14:creationId xmlns:p14="http://schemas.microsoft.com/office/powerpoint/2010/main" val="367279596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C4A8C5-7910-4493-B08D-352B75EAC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Dfd – nv1 p2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19D28FBE-22CB-4251-BCB7-52780490EE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49614" y="2249488"/>
            <a:ext cx="6889598" cy="3541712"/>
          </a:xfrm>
        </p:spPr>
      </p:pic>
    </p:spTree>
    <p:extLst>
      <p:ext uri="{BB962C8B-B14F-4D97-AF65-F5344CB8AC3E}">
        <p14:creationId xmlns:p14="http://schemas.microsoft.com/office/powerpoint/2010/main" val="331243720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509EB7-8D54-4C91-BE47-E19C91AEB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Dfd – nv1 p3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C486F031-0B42-418F-A5DC-29D4367FBB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34698" y="2249488"/>
            <a:ext cx="6719430" cy="3541712"/>
          </a:xfrm>
        </p:spPr>
      </p:pic>
    </p:spTree>
    <p:extLst>
      <p:ext uri="{BB962C8B-B14F-4D97-AF65-F5344CB8AC3E}">
        <p14:creationId xmlns:p14="http://schemas.microsoft.com/office/powerpoint/2010/main" val="387768011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E77955-FBAA-4556-91A1-083D4DAEC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Diagrama de estados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3EEF1239-4328-4064-BF60-9706C5E1F7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1413" y="2288807"/>
            <a:ext cx="9906000" cy="3463073"/>
          </a:xfrm>
        </p:spPr>
      </p:pic>
    </p:spTree>
    <p:extLst>
      <p:ext uri="{BB962C8B-B14F-4D97-AF65-F5344CB8AC3E}">
        <p14:creationId xmlns:p14="http://schemas.microsoft.com/office/powerpoint/2010/main" val="281791451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B4AA1C-4114-4716-B964-8FBD2BE87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Diagrama de estados – nv2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8346ED88-7A6D-46B2-81A1-AC1D71C20B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09655" y="2097088"/>
            <a:ext cx="6369514" cy="4381742"/>
          </a:xfrm>
        </p:spPr>
      </p:pic>
    </p:spTree>
    <p:extLst>
      <p:ext uri="{BB962C8B-B14F-4D97-AF65-F5344CB8AC3E}">
        <p14:creationId xmlns:p14="http://schemas.microsoft.com/office/powerpoint/2010/main" val="47326112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6F8E53-1CDD-4035-95A6-0C80E7D8B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Diagrama de estados – nv2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4D7224F2-E539-4407-BA3A-B12B6D40FC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3577" y="2097088"/>
            <a:ext cx="7321670" cy="3868706"/>
          </a:xfrm>
        </p:spPr>
      </p:pic>
    </p:spTree>
    <p:extLst>
      <p:ext uri="{BB962C8B-B14F-4D97-AF65-F5344CB8AC3E}">
        <p14:creationId xmlns:p14="http://schemas.microsoft.com/office/powerpoint/2010/main" val="229637843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AC2314-B71F-4A49-B4B7-CD4F916F2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Diagrama de entidade relacionamento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831990C1-FB33-4126-ADED-33EF3E8EA9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47720" y="2097088"/>
            <a:ext cx="6493383" cy="4480050"/>
          </a:xfrm>
        </p:spPr>
      </p:pic>
    </p:spTree>
    <p:extLst>
      <p:ext uri="{BB962C8B-B14F-4D97-AF65-F5344CB8AC3E}">
        <p14:creationId xmlns:p14="http://schemas.microsoft.com/office/powerpoint/2010/main" val="47972779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42525D-A3BC-4274-A9E6-A7D68E437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 de uso – Visão geral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2F01D609-6A47-48DF-A319-42514BB03D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6815" y="2097088"/>
            <a:ext cx="4335193" cy="4320000"/>
          </a:xfrm>
        </p:spPr>
      </p:pic>
    </p:spTree>
    <p:extLst>
      <p:ext uri="{BB962C8B-B14F-4D97-AF65-F5344CB8AC3E}">
        <p14:creationId xmlns:p14="http://schemas.microsoft.com/office/powerpoint/2010/main" val="377895360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42525D-A3BC-4274-A9E6-A7D68E437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 de uso – Compra de produto</a:t>
            </a:r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6DA6279B-F440-4429-B7B4-0C2C80398E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1413" y="2097088"/>
            <a:ext cx="4133563" cy="3541712"/>
          </a:xfr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7701227-478D-4881-8852-3201A7ED0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4976" y="2097088"/>
            <a:ext cx="5772434" cy="354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25934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4B3A07-F29B-4884-8829-084D5D1FD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 de uso – venda de produto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E7866AFD-E368-4325-BC8A-C60AE16777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1413" y="2097088"/>
            <a:ext cx="4328759" cy="3541712"/>
          </a:xfr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9F9467AD-D87E-4784-98C4-AB0D5D0A90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171" y="2097088"/>
            <a:ext cx="5577239" cy="354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60117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B40F63-5007-47C8-8D27-F9E9FE3B6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 de uso – Cadastro de vendedor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485A4729-51BB-4351-BCD5-058760833D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1413" y="2097088"/>
            <a:ext cx="4133563" cy="3541712"/>
          </a:xfr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C79F375B-9D44-4D72-BC91-2708CCD4C3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4976" y="2097089"/>
            <a:ext cx="5772435" cy="354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44141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33535B-B75B-4BC5-B017-2E6D03E40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 de uso – cadastro de fornecedor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CFAF43B9-946F-4D57-8EAC-60000010D7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1413" y="2097088"/>
            <a:ext cx="3690640" cy="3541712"/>
          </a:xfr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13E7296-2231-4529-8A84-481BDC7CFC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2053" y="2097088"/>
            <a:ext cx="6215359" cy="354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57596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5717DC-19AB-4D1C-8CD6-D7CFBF390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Diagramas de atividade:</a:t>
            </a:r>
            <a:br>
              <a:rPr lang="pt-BR" dirty="0"/>
            </a:br>
            <a:r>
              <a:rPr lang="pt-BR" dirty="0"/>
              <a:t>login vendedor</a:t>
            </a:r>
          </a:p>
        </p:txBody>
      </p:sp>
      <p:pic>
        <p:nvPicPr>
          <p:cNvPr id="14" name="Espaço Reservado para Conteúdo 13">
            <a:extLst>
              <a:ext uri="{FF2B5EF4-FFF2-40B4-BE49-F238E27FC236}">
                <a16:creationId xmlns:a16="http://schemas.microsoft.com/office/drawing/2014/main" id="{B59EE00D-446E-4B21-BCD6-CA06CD2E47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84112" y="618517"/>
            <a:ext cx="3863300" cy="5871059"/>
          </a:xfrm>
        </p:spPr>
      </p:pic>
    </p:spTree>
    <p:extLst>
      <p:ext uri="{BB962C8B-B14F-4D97-AF65-F5344CB8AC3E}">
        <p14:creationId xmlns:p14="http://schemas.microsoft.com/office/powerpoint/2010/main" val="247829116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5717DC-19AB-4D1C-8CD6-D7CFBF390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Diagramas de atividade:</a:t>
            </a:r>
            <a:br>
              <a:rPr lang="pt-BR" dirty="0"/>
            </a:br>
            <a:r>
              <a:rPr lang="pt-BR" dirty="0"/>
              <a:t>compra de produto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FA0F4AB-F96C-4473-8FA6-5F1247BE08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7041" y="618519"/>
            <a:ext cx="3430370" cy="5805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97468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5717DC-19AB-4D1C-8CD6-D7CFBF390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Diagramas de atividade:</a:t>
            </a:r>
            <a:br>
              <a:rPr lang="pt-BR" dirty="0"/>
            </a:br>
            <a:r>
              <a:rPr lang="pt-BR" dirty="0"/>
              <a:t>venda de produto</a:t>
            </a: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AB4C5ECC-DA5C-4456-B9C9-B06C79E31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4066" y="618517"/>
            <a:ext cx="4593345" cy="5859735"/>
          </a:xfrm>
        </p:spPr>
      </p:pic>
    </p:spTree>
    <p:extLst>
      <p:ext uri="{BB962C8B-B14F-4D97-AF65-F5344CB8AC3E}">
        <p14:creationId xmlns:p14="http://schemas.microsoft.com/office/powerpoint/2010/main" val="133483800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5717DC-19AB-4D1C-8CD6-D7CFBF390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Diagramas de atividade:</a:t>
            </a:r>
            <a:br>
              <a:rPr lang="pt-BR" dirty="0"/>
            </a:br>
            <a:r>
              <a:rPr lang="pt-BR" dirty="0"/>
              <a:t>cadastro de vendedor</a:t>
            </a: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BCE5CC25-2590-4247-8DC1-534A618C05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91404" y="618517"/>
            <a:ext cx="4156007" cy="6066367"/>
          </a:xfrm>
        </p:spPr>
      </p:pic>
    </p:spTree>
    <p:extLst>
      <p:ext uri="{BB962C8B-B14F-4D97-AF65-F5344CB8AC3E}">
        <p14:creationId xmlns:p14="http://schemas.microsoft.com/office/powerpoint/2010/main" val="73704734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5717DC-19AB-4D1C-8CD6-D7CFBF390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Diagramas de atividade:</a:t>
            </a:r>
            <a:br>
              <a:rPr lang="pt-BR" dirty="0"/>
            </a:br>
            <a:r>
              <a:rPr lang="pt-BR" dirty="0"/>
              <a:t>cadastro de fornecedor</a:t>
            </a: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52D9E454-1C22-44E8-BDAB-D69AFC33A0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40163" y="994299"/>
            <a:ext cx="4307248" cy="4953739"/>
          </a:xfrm>
        </p:spPr>
      </p:pic>
    </p:spTree>
    <p:extLst>
      <p:ext uri="{BB962C8B-B14F-4D97-AF65-F5344CB8AC3E}">
        <p14:creationId xmlns:p14="http://schemas.microsoft.com/office/powerpoint/2010/main" val="71607651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5401C8-9BA7-4733-9755-44391553B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software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E055B5B-2012-42A1-A7CD-13E56D87DD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9289750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303</TotalTime>
  <Words>231</Words>
  <Application>Microsoft Office PowerPoint</Application>
  <PresentationFormat>Widescreen</PresentationFormat>
  <Paragraphs>52</Paragraphs>
  <Slides>25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29" baseType="lpstr">
      <vt:lpstr>Arial</vt:lpstr>
      <vt:lpstr>Trebuchet MS</vt:lpstr>
      <vt:lpstr>Tw Cen MT</vt:lpstr>
      <vt:lpstr>Circuito</vt:lpstr>
      <vt:lpstr>Projeto de controle de estoque: Estoque+</vt:lpstr>
      <vt:lpstr>Objetivos</vt:lpstr>
      <vt:lpstr>Metodologia ágil scrum</vt:lpstr>
      <vt:lpstr>Product backlog</vt:lpstr>
      <vt:lpstr>Product backlog</vt:lpstr>
      <vt:lpstr>Product backlog</vt:lpstr>
      <vt:lpstr>diagrama de Contexto</vt:lpstr>
      <vt:lpstr>Diagrama de fluxo de dados (DFD) – nv0</vt:lpstr>
      <vt:lpstr>Dfd – nv1 p2</vt:lpstr>
      <vt:lpstr>Dfd – nv1 p3</vt:lpstr>
      <vt:lpstr>Diagrama de estados</vt:lpstr>
      <vt:lpstr>Diagrama de estados – nv2</vt:lpstr>
      <vt:lpstr>Diagrama de estados – nv2</vt:lpstr>
      <vt:lpstr>Diagrama de entidade relacionamento</vt:lpstr>
      <vt:lpstr>Caso de uso – Visão geral</vt:lpstr>
      <vt:lpstr>Caso de uso – Compra de produto</vt:lpstr>
      <vt:lpstr>Caso de uso – venda de produto</vt:lpstr>
      <vt:lpstr>Caso de uso – Cadastro de vendedor</vt:lpstr>
      <vt:lpstr>Caso de uso – cadastro de fornecedor</vt:lpstr>
      <vt:lpstr>Diagramas de atividade: login vendedor</vt:lpstr>
      <vt:lpstr>Diagramas de atividade: compra de produto</vt:lpstr>
      <vt:lpstr>Diagramas de atividade: venda de produto</vt:lpstr>
      <vt:lpstr>Diagramas de atividade: cadastro de vendedor</vt:lpstr>
      <vt:lpstr>Diagramas de atividade: cadastro de fornecedor</vt:lpstr>
      <vt:lpstr>software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de controle de estoque: Estoque+</dc:title>
  <dc:creator>Joao Pedro Oliveira Silva</dc:creator>
  <cp:lastModifiedBy>Joao Pedro Oliveira Silva</cp:lastModifiedBy>
  <cp:revision>23</cp:revision>
  <dcterms:created xsi:type="dcterms:W3CDTF">2017-07-24T20:27:51Z</dcterms:created>
  <dcterms:modified xsi:type="dcterms:W3CDTF">2017-07-25T19:06:11Z</dcterms:modified>
</cp:coreProperties>
</file>